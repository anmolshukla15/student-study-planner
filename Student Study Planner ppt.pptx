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9"/>
  </p:notesMasterIdLst>
  <p:sldIdLst>
    <p:sldId id="256" r:id="rId5"/>
    <p:sldId id="2146847054" r:id="rId6"/>
    <p:sldId id="262" r:id="rId7"/>
    <p:sldId id="265" r:id="rId8"/>
    <p:sldId id="266" r:id="rId9"/>
    <p:sldId id="267" r:id="rId10"/>
    <p:sldId id="2146847058" r:id="rId11"/>
    <p:sldId id="2146847055" r:id="rId12"/>
    <p:sldId id="2146847059" r:id="rId13"/>
    <p:sldId id="2146847057" r:id="rId14"/>
    <p:sldId id="2146847060" r:id="rId15"/>
    <p:sldId id="268" r:id="rId16"/>
    <p:sldId id="269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3D9CC-52A4-7BB9-5926-A17EAD909109}" v="32" dt="2024-12-19T12:09:51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>
      <p:cViewPr varScale="1">
        <p:scale>
          <a:sx n="59" d="100"/>
          <a:sy n="59" d="100"/>
        </p:scale>
        <p:origin x="95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10/3/2025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10/3/2025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3/getting-started/introduction/" TargetMode="External"/><Relationship Id="rId2" Type="http://schemas.openxmlformats.org/officeDocument/2006/relationships/hyperlink" Target="https://github.com/NanthiniMoha/TNSDC-FWD-DIGITAL_PORTFOLIO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study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Name - Anmol Shukla 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 – DSEU,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Rajokari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Campus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 – CS-A 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</a:t>
            </a:r>
            <a:r>
              <a:rPr lang="en-US" sz="2000" dirty="0">
                <a:latin typeface="Arial"/>
                <a:ea typeface="+mn-lt"/>
                <a:cs typeface="+mn-lt"/>
              </a:rPr>
              <a:t> 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(Step by Step  Procedure)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Scope(Optional)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DA934-F8BE-F53E-3D9C-B7AFCA8E9C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2376" y="2059400"/>
            <a:ext cx="11731556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often feel unorganized with multiple subjects, assignments, and exams.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deadlines and last-minute study leads to stress and poor results.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simple planner is needed to: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Organize tasks.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progress.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reminders.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consistency in study habits.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4E2D57-7856-61AB-BC2C-BE8253BC22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0421" y="1923284"/>
            <a:ext cx="1214387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Design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Simple interface for quick task entry.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Scheduling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Students can add subjects, deadlines, and exam 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Progress Tracking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Shows completed vs. pending tasks at a glance.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Reminder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Alerts for important study sessions and deadlines.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Handling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Stores study plans locally or in a database.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AF92A4-8920-F2FE-1A5C-BE351CAECA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8518" y="1983102"/>
            <a:ext cx="1035969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enter subjects, assignments, and exams.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Planner generates timetable and sets reminders.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Tasks are marked as done/pending, progress is updated.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Reports show daily/weekly completion.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HTML, CSS, JS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(frontend) and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LocalStorage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/SQLite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(backend optional).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Tested for responsiveness and browser compatibility.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Deployed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Pages / Netlify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(static) 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Heroku/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Vercel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(dynamic).</a:t>
            </a: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519DD8-965C-D268-EA6E-DC9299E65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100" y="967304"/>
            <a:ext cx="8191500" cy="53746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D3360-1B60-38EB-C09F-0BEBFB73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563A29E-E367-C95F-C057-D21452EF2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39DC54-B3CE-B4E7-06E5-DEB5461FB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779" y="876300"/>
            <a:ext cx="8405321" cy="54356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424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2B805-172F-E042-C364-BF25E20FB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1FED6A-3637-41CC-063B-BCA186BA5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742EC8-55D5-0BF7-C320-B9ECB2AEC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967304"/>
            <a:ext cx="8585200" cy="54179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7736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85046-FFE2-AE52-CBD2-0EBA85826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5CFFC1-76D2-04B1-F075-F5E775897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B849BA-7B18-C940-C574-E9B66E759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2026"/>
            <a:ext cx="14453938" cy="6343914"/>
          </a:xfrm>
        </p:spPr>
        <p:txBody>
          <a:bodyPr>
            <a:normAutofit/>
          </a:bodyPr>
          <a:lstStyle/>
          <a:p>
            <a:pPr marL="305435" indent="-305435"/>
            <a:endParaRPr lang="en-US" sz="2800" b="1" dirty="0"/>
          </a:p>
          <a:p>
            <a:pPr marL="305435" indent="-305435"/>
            <a:endParaRPr lang="en-US" sz="2800" dirty="0">
              <a:ea typeface="+mn-lt"/>
              <a:cs typeface="+mn-lt"/>
            </a:endParaRPr>
          </a:p>
          <a:p>
            <a:pPr marL="305435" indent="-305435"/>
            <a:endParaRPr lang="en-US" sz="2800" dirty="0">
              <a:ea typeface="+mn-lt"/>
              <a:cs typeface="+mn-lt"/>
            </a:endParaRPr>
          </a:p>
          <a:p>
            <a:pPr marL="305435" indent="-305435"/>
            <a:endParaRPr lang="en-US" sz="2800" dirty="0">
              <a:ea typeface="+mn-lt"/>
              <a:cs typeface="+mn-lt"/>
            </a:endParaRPr>
          </a:p>
          <a:p>
            <a:pPr marL="305435" indent="-305435"/>
            <a:endParaRPr lang="en-US" sz="2800" dirty="0">
              <a:ea typeface="+mn-lt"/>
              <a:cs typeface="+mn-lt"/>
            </a:endParaRPr>
          </a:p>
          <a:p>
            <a:pPr marL="305435" indent="-305435"/>
            <a:endParaRPr lang="en-US" sz="28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800" dirty="0"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AD2983-45A1-7C83-2E77-D08CC7A30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600" y="611473"/>
            <a:ext cx="6246390" cy="57395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9124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60EE0-1FA3-8845-62D2-FD96D8948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48459E3-43E1-3BF6-F53B-2FEF0B2D8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90D80-6A93-22DB-3BD9-CF41B561D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0" y="769896"/>
            <a:ext cx="6248400" cy="55547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7125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42DC9-FA41-FCA8-C434-80E56E9E1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and deployment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3B97A-F8F4-567C-D2BE-410D57D88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Git Hub Link: </a:t>
            </a:r>
            <a:r>
              <a:rPr lang="en-US" sz="2000" dirty="0">
                <a:ea typeface="+mn-lt"/>
                <a:cs typeface="+mn-lt"/>
              </a:rPr>
              <a:t>https://github.com/AnmolShukla15/</a:t>
            </a:r>
            <a:endParaRPr lang="en-US" sz="2000" b="1" dirty="0"/>
          </a:p>
          <a:p>
            <a:r>
              <a:rPr lang="en-US" sz="2000" dirty="0"/>
              <a:t>Deployment Link:  https://student-study-planner-ebon.vercel.app/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92080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90F0D3-BDEA-0292-92F3-78C774C3D8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cost-effective online presence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small businesses.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Eliminates dependency on complex e-commerce platforms.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 an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engaging and interactive customer experience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2156"/>
            <a:ext cx="11610808" cy="6548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 </a:t>
            </a:r>
          </a:p>
          <a:p>
            <a:pPr marL="305435" indent="-305435"/>
            <a:r>
              <a:rPr lang="en-IN" sz="2400" dirty="0">
                <a:hlinkClick r:id="rId2"/>
              </a:rPr>
              <a:t>NanthiniMoha/TNSDC-FWD-DIGITAL_PORTFOLIO</a:t>
            </a:r>
            <a:endParaRPr lang="en-IN" sz="2400" dirty="0"/>
          </a:p>
          <a:p>
            <a:pPr marL="305435" indent="-305435"/>
            <a:r>
              <a:rPr lang="en-US" sz="2400" dirty="0">
                <a:hlinkClick r:id="rId3"/>
              </a:rPr>
              <a:t>Get started with Bootstrap · Bootstrap v5.3</a:t>
            </a:r>
            <a:endParaRPr lang="en-IN" sz="24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18BB1F8-32D5-91C2-5748-9DF8C59A375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36884" y="1794918"/>
            <a:ext cx="13202651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W3Schools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HTML, CSS, JavaScript Tutorial – 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https://www.w3schools.com/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MDN Web Docs 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Web APIs and Local Storage – https://developer.mozilla.org/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GeeksforGeeks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JavaScript Basics – https://www.geeksforgeeks.org/javascript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0"/>
            <a:ext cx="10296564" cy="4924926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789</TotalTime>
  <Words>359</Words>
  <Application>Microsoft Office PowerPoint</Application>
  <PresentationFormat>Widescreen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Student study planner</vt:lpstr>
      <vt:lpstr>OUTLINE</vt:lpstr>
      <vt:lpstr>Problem Statement</vt:lpstr>
      <vt:lpstr>System  Approach</vt:lpstr>
      <vt:lpstr>Algorithm &amp; Deployment</vt:lpstr>
      <vt:lpstr>Result</vt:lpstr>
      <vt:lpstr>Result</vt:lpstr>
      <vt:lpstr>Result</vt:lpstr>
      <vt:lpstr>Result</vt:lpstr>
      <vt:lpstr>Result</vt:lpstr>
      <vt:lpstr>Github and deployment link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Neeshu Shukla</cp:lastModifiedBy>
  <cp:revision>51</cp:revision>
  <dcterms:created xsi:type="dcterms:W3CDTF">2021-05-26T16:50:10Z</dcterms:created>
  <dcterms:modified xsi:type="dcterms:W3CDTF">2025-10-03T15:48:19Z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